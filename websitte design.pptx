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A439"/>
    <a:srgbClr val="D1E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91" y="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3CBDE-D8CF-7A13-AFC4-D654147A4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A36FFD-E3C9-7F68-9CFA-258429B18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8D52B-BA64-EAA5-F714-F9D324CDC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98B1-911E-4AD0-9FAE-684F0CCF11D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1FC38-6B31-997F-3F6D-E0F9EFDC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A7D8A-D625-FE1C-BBF3-4F9995E97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6D36-1FF7-4FEA-8C49-2250DDC98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25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026B2-961D-2663-CB3E-4F6CA837D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B062-973B-37E2-AD4F-052242E91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D0B73-E12E-7D93-09C7-90F75E03D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98B1-911E-4AD0-9FAE-684F0CCF11D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DEFEC-6F2B-3050-7E58-0B6703E2B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35F9C-6368-E2E1-F827-8B5F793FF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6D36-1FF7-4FEA-8C49-2250DDC98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7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5147D-B728-5708-6B64-1EAEF825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12486-99E9-D6C4-E288-8BF42CFD5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C96D3-42E2-2247-F2AB-F73D6DC22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98B1-911E-4AD0-9FAE-684F0CCF11D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20C3-14AB-3BF2-3CDF-B9568A3C8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A8709-70E1-B0FA-B70D-801D607E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6D36-1FF7-4FEA-8C49-2250DDC98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46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72C2-95E4-C04D-4B26-99DAAD0A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6DF94-15A5-461E-72DA-4A72704C2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2E3B8A-9B36-F781-5FB0-589F8DFBA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D973F-0D75-F370-0CD9-5933F9449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98B1-911E-4AD0-9FAE-684F0CCF11D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92F90-5A7D-D8B0-ECAC-F7F172EF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DBBD3-DC7E-DF29-E7FE-0312DE0D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6D36-1FF7-4FEA-8C49-2250DDC98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031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0091D-E5D5-019D-0726-9E273363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834C0-000E-9A7A-AC9B-ED2751AF8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FA17B-A72C-38FF-AE87-CA9270DB9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3F155A-7EB1-5F75-6BF1-7C04A927FA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3ACA90-B173-697D-779A-7AF024700E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A6CFC0-0742-88C8-1DE3-263D97181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98B1-911E-4AD0-9FAE-684F0CCF11D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502C4-22AF-E647-C961-B5CA56942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9903C4-5BC8-981E-70E1-8F141EE41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6D36-1FF7-4FEA-8C49-2250DDC98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39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DA3A2-541E-0DAB-DB48-B92349B30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12040E-ED6F-58D5-0943-30FBB0ED2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98B1-911E-4AD0-9FAE-684F0CCF11D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C0AB3-3F50-C915-61FC-ADCD22EBF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9B320-3952-C1F8-F461-881B44FA4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6D36-1FF7-4FEA-8C49-2250DDC98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504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ECB4EE-BBB7-55F9-6496-11215DDE4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98B1-911E-4AD0-9FAE-684F0CCF11D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DC8F4-E95F-7895-1FA4-0553B4AA1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49187-6FF4-BD72-CAAF-B6D549CA7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6D36-1FF7-4FEA-8C49-2250DDC98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29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4809E-C238-A770-8F96-1FC42DED2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38DE3-312C-2CA1-0F46-76DABB429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8B49B-912A-16D7-6706-B5EC2E88A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77667-A4B3-057B-8A84-ED35CF0B2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98B1-911E-4AD0-9FAE-684F0CCF11D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54F57-44B2-ECD2-EB08-49B18039D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BA9C6-801E-89A9-0641-F1080BDB1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6D36-1FF7-4FEA-8C49-2250DDC98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88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1F17-A2BF-249C-332C-033A9846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21534C-6664-D7B3-032F-0CF676325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F84177-7748-BF74-4F28-727F39654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ED471-3C7A-0111-C693-5414939D8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98B1-911E-4AD0-9FAE-684F0CCF11D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7415F-C453-54C3-0E36-6E905DE69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529ED-B5DD-9334-CAE5-849EF64D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6D36-1FF7-4FEA-8C49-2250DDC98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13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12A0B-7784-0686-177B-33A5B065D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3C086-57EE-EF35-E67E-253FCB4F1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45B5A-D413-DA5B-41B4-1C7689BBD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98B1-911E-4AD0-9FAE-684F0CCF11D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7E7BE-5FD0-6584-FAD8-E1DC6C4DF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C37F7-0252-B66E-4182-33F0E6C0E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6D36-1FF7-4FEA-8C49-2250DDC98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066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88902E-F2AF-EFA5-5D13-8BC9495E0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1BE4D9-508F-ED60-D646-FDF6FCCD9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A9040-5CCB-9E61-98F0-9B1C64FFE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98B1-911E-4AD0-9FAE-684F0CCF11D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A458B-FEBB-1052-09F3-26699BC50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AFB40-A65A-927B-3E60-5733EF1AC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B6D36-1FF7-4FEA-8C49-2250DDC98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8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264C40-B6D8-86F9-0F8D-179E6E276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9C75B-4B45-883B-C90C-030863B4D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C0512-3DF4-2D63-A44A-0B344B1FD5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8F98B1-911E-4AD0-9FAE-684F0CCF11D0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66140-15C4-5539-3912-AEB061271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E914D-10AB-002E-05DD-41CE1F39E4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7B6D36-1FF7-4FEA-8C49-2250DDC98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77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9AD8C6-6F49-4C43-3BD2-13530DE9D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AFAA41C1-E486-ADFE-FA3A-93F4B70FDCCC}"/>
              </a:ext>
            </a:extLst>
          </p:cNvPr>
          <p:cNvSpPr/>
          <p:nvPr/>
        </p:nvSpPr>
        <p:spPr>
          <a:xfrm rot="9622105">
            <a:off x="8042733" y="3437490"/>
            <a:ext cx="6100982" cy="5800283"/>
          </a:xfrm>
          <a:prstGeom prst="ellipse">
            <a:avLst/>
          </a:prstGeom>
          <a:gradFill flip="none" rotWithShape="1">
            <a:gsLst>
              <a:gs pos="51000">
                <a:schemeClr val="bg2">
                  <a:lumMod val="75000"/>
                  <a:alpha val="56000"/>
                </a:schemeClr>
              </a:gs>
              <a:gs pos="67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32F0629-341C-5DCF-D67A-BC3CBD3FA7AD}"/>
              </a:ext>
            </a:extLst>
          </p:cNvPr>
          <p:cNvSpPr/>
          <p:nvPr/>
        </p:nvSpPr>
        <p:spPr>
          <a:xfrm>
            <a:off x="-2041680" y="-2095026"/>
            <a:ext cx="6100982" cy="5800283"/>
          </a:xfrm>
          <a:prstGeom prst="ellipse">
            <a:avLst/>
          </a:prstGeom>
          <a:gradFill flip="none" rotWithShape="1">
            <a:gsLst>
              <a:gs pos="35000">
                <a:srgbClr val="DFDFDF"/>
              </a:gs>
              <a:gs pos="57000">
                <a:schemeClr val="bg2">
                  <a:lumMod val="75000"/>
                  <a:alpha val="20000"/>
                </a:schemeClr>
              </a:gs>
              <a:gs pos="73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EEB0B7-F340-F615-C502-15DE6E1DDDFC}"/>
              </a:ext>
            </a:extLst>
          </p:cNvPr>
          <p:cNvSpPr/>
          <p:nvPr/>
        </p:nvSpPr>
        <p:spPr>
          <a:xfrm>
            <a:off x="224721" y="200431"/>
            <a:ext cx="3537052" cy="84917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844738-6C0D-93B2-9623-036F293A46CB}"/>
              </a:ext>
            </a:extLst>
          </p:cNvPr>
          <p:cNvSpPr/>
          <p:nvPr/>
        </p:nvSpPr>
        <p:spPr>
          <a:xfrm>
            <a:off x="3861874" y="187656"/>
            <a:ext cx="8104989" cy="849170"/>
          </a:xfrm>
          <a:prstGeom prst="roundRect">
            <a:avLst>
              <a:gd name="adj" fmla="val 50000"/>
            </a:avLst>
          </a:prstGeom>
          <a:solidFill>
            <a:srgbClr val="5DA439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5024854-6B3A-95C6-C396-12081251AA68}"/>
              </a:ext>
            </a:extLst>
          </p:cNvPr>
          <p:cNvSpPr/>
          <p:nvPr/>
        </p:nvSpPr>
        <p:spPr>
          <a:xfrm>
            <a:off x="224721" y="5913047"/>
            <a:ext cx="11740895" cy="849170"/>
          </a:xfrm>
          <a:prstGeom prst="roundRect">
            <a:avLst>
              <a:gd name="adj" fmla="val 50000"/>
            </a:avLst>
          </a:prstGeom>
          <a:solidFill>
            <a:srgbClr val="5DA4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E2E1580-6B23-D722-CC2F-CA5EB48C2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0" b="3779"/>
          <a:stretch>
            <a:fillRect/>
          </a:stretch>
        </p:blipFill>
        <p:spPr>
          <a:xfrm>
            <a:off x="224720" y="1173350"/>
            <a:ext cx="11740896" cy="4603172"/>
          </a:xfrm>
          <a:custGeom>
            <a:avLst/>
            <a:gdLst>
              <a:gd name="connsiteX0" fmla="*/ 766796 w 11740896"/>
              <a:gd name="connsiteY0" fmla="*/ 0 h 4603172"/>
              <a:gd name="connsiteX1" fmla="*/ 10974102 w 11740896"/>
              <a:gd name="connsiteY1" fmla="*/ 0 h 4603172"/>
              <a:gd name="connsiteX2" fmla="*/ 11725726 w 11740896"/>
              <a:gd name="connsiteY2" fmla="*/ 612591 h 4603172"/>
              <a:gd name="connsiteX3" fmla="*/ 11740896 w 11740896"/>
              <a:gd name="connsiteY3" fmla="*/ 763073 h 4603172"/>
              <a:gd name="connsiteX4" fmla="*/ 11740896 w 11740896"/>
              <a:gd name="connsiteY4" fmla="*/ 3840099 h 4603172"/>
              <a:gd name="connsiteX5" fmla="*/ 11725726 w 11740896"/>
              <a:gd name="connsiteY5" fmla="*/ 3990581 h 4603172"/>
              <a:gd name="connsiteX6" fmla="*/ 10974102 w 11740896"/>
              <a:gd name="connsiteY6" fmla="*/ 4603172 h 4603172"/>
              <a:gd name="connsiteX7" fmla="*/ 766796 w 11740896"/>
              <a:gd name="connsiteY7" fmla="*/ 4603172 h 4603172"/>
              <a:gd name="connsiteX8" fmla="*/ 15172 w 11740896"/>
              <a:gd name="connsiteY8" fmla="*/ 3990581 h 4603172"/>
              <a:gd name="connsiteX9" fmla="*/ 0 w 11740896"/>
              <a:gd name="connsiteY9" fmla="*/ 3840078 h 4603172"/>
              <a:gd name="connsiteX10" fmla="*/ 0 w 11740896"/>
              <a:gd name="connsiteY10" fmla="*/ 763094 h 4603172"/>
              <a:gd name="connsiteX11" fmla="*/ 15172 w 11740896"/>
              <a:gd name="connsiteY11" fmla="*/ 612591 h 4603172"/>
              <a:gd name="connsiteX12" fmla="*/ 766796 w 11740896"/>
              <a:gd name="connsiteY12" fmla="*/ 0 h 4603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740896" h="4603172">
                <a:moveTo>
                  <a:pt x="766796" y="0"/>
                </a:moveTo>
                <a:lnTo>
                  <a:pt x="10974102" y="0"/>
                </a:lnTo>
                <a:cubicBezTo>
                  <a:pt x="11344856" y="0"/>
                  <a:pt x="11654186" y="262986"/>
                  <a:pt x="11725726" y="612591"/>
                </a:cubicBezTo>
                <a:lnTo>
                  <a:pt x="11740896" y="763073"/>
                </a:lnTo>
                <a:lnTo>
                  <a:pt x="11740896" y="3840099"/>
                </a:lnTo>
                <a:lnTo>
                  <a:pt x="11725726" y="3990581"/>
                </a:lnTo>
                <a:cubicBezTo>
                  <a:pt x="11654186" y="4340186"/>
                  <a:pt x="11344856" y="4603172"/>
                  <a:pt x="10974102" y="4603172"/>
                </a:cubicBezTo>
                <a:lnTo>
                  <a:pt x="766796" y="4603172"/>
                </a:lnTo>
                <a:cubicBezTo>
                  <a:pt x="396042" y="4603172"/>
                  <a:pt x="86712" y="4340186"/>
                  <a:pt x="15172" y="3990581"/>
                </a:cubicBezTo>
                <a:lnTo>
                  <a:pt x="0" y="3840078"/>
                </a:lnTo>
                <a:lnTo>
                  <a:pt x="0" y="763094"/>
                </a:lnTo>
                <a:lnTo>
                  <a:pt x="15172" y="612591"/>
                </a:lnTo>
                <a:cubicBezTo>
                  <a:pt x="86712" y="262986"/>
                  <a:pt x="396042" y="0"/>
                  <a:pt x="766796" y="0"/>
                </a:cubicBezTo>
                <a:close/>
              </a:path>
            </a:pathLst>
          </a:cu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3F9BF7D-C91B-0C60-304E-F17304C7227A}"/>
              </a:ext>
            </a:extLst>
          </p:cNvPr>
          <p:cNvSpPr txBox="1"/>
          <p:nvPr/>
        </p:nvSpPr>
        <p:spPr>
          <a:xfrm>
            <a:off x="730668" y="2876838"/>
            <a:ext cx="66572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layhead FREE" pitchFamily="50" charset="0"/>
              </a:rPr>
              <a:t>Step into a world where waste becomes opportunity. Discover how circular design and green innovation are reshaping industries and everyday life.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D5C2000-BE9A-41DB-A236-F354AAFBFE05}"/>
              </a:ext>
            </a:extLst>
          </p:cNvPr>
          <p:cNvSpPr/>
          <p:nvPr/>
        </p:nvSpPr>
        <p:spPr>
          <a:xfrm>
            <a:off x="730668" y="4719547"/>
            <a:ext cx="2389909" cy="675409"/>
          </a:xfrm>
          <a:prstGeom prst="roundRect">
            <a:avLst>
              <a:gd name="adj" fmla="val 3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 More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AA1AF6-65BA-7508-2E0F-248E7F14540A}"/>
              </a:ext>
            </a:extLst>
          </p:cNvPr>
          <p:cNvSpPr txBox="1"/>
          <p:nvPr/>
        </p:nvSpPr>
        <p:spPr>
          <a:xfrm>
            <a:off x="730668" y="1553399"/>
            <a:ext cx="62624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Lugielle" panose="02000600000000000000" pitchFamily="50" charset="0"/>
              </a:rPr>
              <a:t>Towards A Circular Economy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A892CB-3161-E150-AE25-27FE4F3EC64B}"/>
              </a:ext>
            </a:extLst>
          </p:cNvPr>
          <p:cNvSpPr txBox="1"/>
          <p:nvPr/>
        </p:nvSpPr>
        <p:spPr>
          <a:xfrm>
            <a:off x="2480784" y="6137577"/>
            <a:ext cx="7228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Condensed" panose="020B0502040204020203" pitchFamily="34" charset="0"/>
              </a:rPr>
              <a:t>“© 2025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Condensed" panose="020B0502040204020203" pitchFamily="34" charset="0"/>
              </a:rPr>
              <a:t>EcoCycle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Condensed" panose="020B0502040204020203" pitchFamily="34" charset="0"/>
              </a:rPr>
              <a:t> | Designed by Siddh Naik and Mohit Madkaikar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BC359A-FA81-B5AE-1233-1C6DD0B31781}"/>
              </a:ext>
            </a:extLst>
          </p:cNvPr>
          <p:cNvSpPr txBox="1"/>
          <p:nvPr/>
        </p:nvSpPr>
        <p:spPr>
          <a:xfrm>
            <a:off x="4059302" y="427575"/>
            <a:ext cx="8416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ayhead FREE" pitchFamily="50" charset="0"/>
              </a:rPr>
              <a:t>Home    About   Green Industries  Entrepreneurs   Innovation   Get involved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647891-53E9-7A11-96DC-0ADDE70D9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266507"/>
            <a:ext cx="699335" cy="69146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494569F-1D47-EEB7-7644-B864A09279B0}"/>
              </a:ext>
            </a:extLst>
          </p:cNvPr>
          <p:cNvSpPr txBox="1"/>
          <p:nvPr/>
        </p:nvSpPr>
        <p:spPr>
          <a:xfrm>
            <a:off x="1080336" y="301546"/>
            <a:ext cx="4728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>
                <a:ln w="3175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layhead FREE" pitchFamily="50" charset="0"/>
              </a:rPr>
              <a:t>EcoCycle</a:t>
            </a:r>
            <a:endParaRPr lang="en-US" sz="4000" b="1" dirty="0">
              <a:ln w="3175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layhead FREE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111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5A6A57B-5D2D-4C98-4229-6B86A3728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00"/>
          <a:stretch>
            <a:fillRect/>
          </a:stretch>
        </p:blipFill>
        <p:spPr>
          <a:xfrm>
            <a:off x="3140203" y="-1438965"/>
            <a:ext cx="7415907" cy="5175504"/>
          </a:xfrm>
          <a:custGeom>
            <a:avLst/>
            <a:gdLst>
              <a:gd name="connsiteX0" fmla="*/ 0 w 7415907"/>
              <a:gd name="connsiteY0" fmla="*/ 0 h 5175504"/>
              <a:gd name="connsiteX1" fmla="*/ 7415907 w 7415907"/>
              <a:gd name="connsiteY1" fmla="*/ 0 h 5175504"/>
              <a:gd name="connsiteX2" fmla="*/ 7415907 w 7415907"/>
              <a:gd name="connsiteY2" fmla="*/ 5175504 h 5175504"/>
              <a:gd name="connsiteX3" fmla="*/ 0 w 7415907"/>
              <a:gd name="connsiteY3" fmla="*/ 5175504 h 5175504"/>
              <a:gd name="connsiteX4" fmla="*/ 0 w 7415907"/>
              <a:gd name="connsiteY4" fmla="*/ 5174587 h 5175504"/>
              <a:gd name="connsiteX5" fmla="*/ 208339 w 7415907"/>
              <a:gd name="connsiteY5" fmla="*/ 5162144 h 5175504"/>
              <a:gd name="connsiteX6" fmla="*/ 2172576 w 7415907"/>
              <a:gd name="connsiteY6" fmla="*/ 2587752 h 5175504"/>
              <a:gd name="connsiteX7" fmla="*/ 208339 w 7415907"/>
              <a:gd name="connsiteY7" fmla="*/ 13360 h 5175504"/>
              <a:gd name="connsiteX8" fmla="*/ 0 w 7415907"/>
              <a:gd name="connsiteY8" fmla="*/ 918 h 5175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15907" h="5175504">
                <a:moveTo>
                  <a:pt x="0" y="0"/>
                </a:moveTo>
                <a:lnTo>
                  <a:pt x="7415907" y="0"/>
                </a:lnTo>
                <a:lnTo>
                  <a:pt x="7415907" y="5175504"/>
                </a:lnTo>
                <a:lnTo>
                  <a:pt x="0" y="5175504"/>
                </a:lnTo>
                <a:lnTo>
                  <a:pt x="0" y="5174587"/>
                </a:lnTo>
                <a:lnTo>
                  <a:pt x="208339" y="5162144"/>
                </a:lnTo>
                <a:cubicBezTo>
                  <a:pt x="1311621" y="5029625"/>
                  <a:pt x="2172576" y="3927605"/>
                  <a:pt x="2172576" y="2587752"/>
                </a:cubicBezTo>
                <a:cubicBezTo>
                  <a:pt x="2172576" y="1247900"/>
                  <a:pt x="1311621" y="145879"/>
                  <a:pt x="208339" y="13360"/>
                </a:cubicBezTo>
                <a:lnTo>
                  <a:pt x="0" y="91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2603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49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Bahnschrift Condensed</vt:lpstr>
      <vt:lpstr>Lugielle</vt:lpstr>
      <vt:lpstr>Playhead FREE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 Naik</dc:creator>
  <cp:lastModifiedBy>Siddh Naik</cp:lastModifiedBy>
  <cp:revision>3</cp:revision>
  <dcterms:created xsi:type="dcterms:W3CDTF">2025-10-18T12:27:41Z</dcterms:created>
  <dcterms:modified xsi:type="dcterms:W3CDTF">2025-10-21T11:29:17Z</dcterms:modified>
</cp:coreProperties>
</file>